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content 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Body text so the slide has visible ink.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content 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Body text so the slide has visible ink.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content 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Body text so the slide has visible 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